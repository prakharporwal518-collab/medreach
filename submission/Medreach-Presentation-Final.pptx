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Medreach is not a concept. Everything on these slides is from the prototype that is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three users see different, private views. Citizens never see other patients; hospitals only see referrals sent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rows left to right. The point: the family never has to guess, and the hospital is never surprised.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statistic from the source before presenting. The six causes map one-to-one to the features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flowchart from our idea, implemented. Each phone screen is a real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Node.js 22, Express 5, PWA, Leaflet with free OpenStreetMap tiles (no API keys), Tesseract.js, Web Speech API, Claude SDK. 51 automated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is low: open-source stack, free maps, one web app for every phone, AI optional. Hospitals already have emergency desks; we only ask them to keep a few numbers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answer “where is the nearest hospital”. We answer “which hospital can treat this now, and has it said yes”.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will be measured from our own audit log and case timestamps during the pilot, so the numbers are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ask, then offer to run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P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Medreach  ·  MPOnline Idea &amp; Innovation Hackathon 2026  ·  Challenge 5, Healthcare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70432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MPOnline Idea &amp; Innovation Hackathon 2026  ·  Challenge 5: AI for Public Services, Healthcare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right hospital to say yes before the patient leaves home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 is a working emergency-coordination system for Madhya Pradesh. A family describes the emergency in Hindi or English. We find a hospital that can treat it right now, the hospital accepts and prepares a bed, and the ambulance is tracked until arrival.</a:t>
            </a:r>
            <a:endParaRPr lang="en-US" sz="1400" dirty="0"/>
          </a:p>
        </p:txBody>
      </p:sp>
      <p:sp>
        <p:nvSpPr>
          <p:cNvPr id="7" name="rule"/>
          <p:cNvSpPr/>
          <p:nvPr/>
        </p:nvSpPr>
        <p:spPr>
          <a:xfrm>
            <a:off x="548640" y="5394960"/>
            <a:ext cx="50292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 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medreach-wtne.onrender.com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    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github.com/prakharporwal518-collab/Medreach</a:t>
            </a:r>
            <a:endParaRPr lang="en-US" sz="1200" dirty="0"/>
          </a:p>
        </p:txBody>
      </p:sp>
      <p:sp>
        <p:nvSpPr>
          <p:cNvPr id="9" name="hospital dashboard frame"/>
          <p:cNvSpPr/>
          <p:nvPr/>
        </p:nvSpPr>
        <p:spPr>
          <a:xfrm>
            <a:off x="6153912" y="667512"/>
            <a:ext cx="5522976" cy="3314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pic>
        <p:nvPicPr>
          <p:cNvPr id="10" name="hospital dashboard" descr="/tmp/claude-0/-home-user-Sehat-Setu/b06e8423-ed6e-57c3-bbb1-ac94b2a1720d/scratchpad/ppt/crops/das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685800"/>
            <a:ext cx="5486400" cy="3278124"/>
          </a:xfrm>
          <a:prstGeom prst="rect">
            <a:avLst/>
          </a:prstGeom>
        </p:spPr>
      </p:pic>
      <p:sp>
        <p:nvSpPr>
          <p:cNvPr id="11" name="citizen app accepted bezel"/>
          <p:cNvSpPr/>
          <p:nvPr/>
        </p:nvSpPr>
        <p:spPr>
          <a:xfrm>
            <a:off x="5843016" y="2825496"/>
            <a:ext cx="1619551" cy="3355848"/>
          </a:xfrm>
          <a:prstGeom prst="roundRect">
            <a:avLst>
              <a:gd name="adj" fmla="val 677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2" name="citizen app accepted" descr="/tmp/claude-0/-home-user-Sehat-Setu/b06e8423-ed6e-57c3-bbb1-ac94b2a1720d/scratchpad/pdf/img/s/phone-5-accept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880360"/>
            <a:ext cx="1509823" cy="3246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43800" y="40736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from our running prototype: the hospital dashboard (back) and the citizen app after Bansal Hospital accepted a referral (front).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Medreach does, and who it is for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 is an emergency coordination platform, not a diagnosis app. It joins three people who today work blind: the family in panic, the hospital emergency desk, and the health department.</a:t>
            </a:r>
            <a:endParaRPr lang="en-US" sz="1400" dirty="0"/>
          </a:p>
        </p:txBody>
      </p:sp>
      <p:sp>
        <p:nvSpPr>
          <p:cNvPr id="5" name="rule"/>
          <p:cNvSpPr/>
          <p:nvPr/>
        </p:nvSpPr>
        <p:spPr>
          <a:xfrm>
            <a:off x="548640" y="246888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786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and families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emergency, see only hospitals that can treat it, get a confirmed bed and a tracking link for relatives. No login needed. “I’m alone” mode for people living alone.</a:t>
            </a:r>
            <a:endParaRPr lang="en-US" sz="1200" dirty="0"/>
          </a:p>
        </p:txBody>
      </p:sp>
      <p:sp>
        <p:nvSpPr>
          <p:cNvPr id="8" name="rule"/>
          <p:cNvSpPr/>
          <p:nvPr/>
        </p:nvSpPr>
        <p:spPr>
          <a:xfrm>
            <a:off x="548640" y="361188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7216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desks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board of beds, ICU, ventilators and doctors on duty. Referrals arrive with an AI-written pre-arrival (SBAR) note; one tap to accept and assign a bay.</a:t>
            </a:r>
            <a:endParaRPr lang="en-US" sz="1200" dirty="0"/>
          </a:p>
        </p:txBody>
      </p:sp>
      <p:sp>
        <p:nvSpPr>
          <p:cNvPr id="11" name="rule"/>
          <p:cNvSpPr/>
          <p:nvPr/>
        </p:nvSpPr>
        <p:spPr>
          <a:xfrm>
            <a:off x="548640" y="475488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8646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department, Govt. of MP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66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audited view of emergency capacity across hospitals, and data on where patients are refused or delayed.</a:t>
            </a:r>
            <a:endParaRPr lang="en-US" sz="1200" dirty="0"/>
          </a:p>
        </p:txBody>
      </p:sp>
      <p:sp>
        <p:nvSpPr>
          <p:cNvPr id="14" name="home page frame"/>
          <p:cNvSpPr/>
          <p:nvPr/>
        </p:nvSpPr>
        <p:spPr>
          <a:xfrm>
            <a:off x="6108192" y="1444752"/>
            <a:ext cx="5522976" cy="3314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pic>
        <p:nvPicPr>
          <p:cNvPr id="15" name="home page" descr="/tmp/claude-0/-home-user-Sehat-Setu/b06e8423-ed6e-57c3-bbb1-ac94b2a1720d/scratchpad/ppt/crops/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5486400" cy="327812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126480" y="48326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home page, with live network figures (demo data is labelled as simulated).</a:t>
            </a:r>
            <a:endParaRPr lang="en-US" sz="1050" dirty="0"/>
          </a:p>
        </p:txBody>
      </p:sp>
      <p:sp>
        <p:nvSpPr>
          <p:cNvPr id="17" name="panel"/>
          <p:cNvSpPr/>
          <p:nvPr/>
        </p:nvSpPr>
        <p:spPr>
          <a:xfrm>
            <a:off x="6126480" y="5166360"/>
            <a:ext cx="5486400" cy="1051560"/>
          </a:xfrm>
          <a:prstGeom prst="rect">
            <a:avLst/>
          </a:prstGeom>
          <a:solidFill>
            <a:srgbClr val="E7F3F1"/>
          </a:solidFill>
          <a:ln w="12700">
            <a:solidFill>
              <a:srgbClr val="E7F3F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52852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5669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running on the web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342632" y="52852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342632" y="5669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portals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421624" y="52852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421624" y="5669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Bhopal-region hospitals modelled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52852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7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500616" y="5669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 used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0579608" y="52852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0579608" y="5669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SCENARIO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11 pm in Bhopal: one emergency, two outcomes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62-year-old man has chest pain and is sweating. His son has a phone and a car.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6" name="timeline"/>
          <p:cNvSpPr/>
          <p:nvPr/>
        </p:nvSpPr>
        <p:spPr>
          <a:xfrm>
            <a:off x="548640" y="2532888"/>
            <a:ext cx="786384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</a:ln>
        </p:spPr>
      </p:sp>
      <p:sp>
        <p:nvSpPr>
          <p:cNvPr id="7" name="tick"/>
          <p:cNvSpPr/>
          <p:nvPr/>
        </p:nvSpPr>
        <p:spPr>
          <a:xfrm>
            <a:off x="548640" y="2450592"/>
            <a:ext cx="164592" cy="164592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90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drives to the nearest hospital, chosen only by distance</a:t>
            </a:r>
            <a:endParaRPr lang="en-US" sz="1150" dirty="0"/>
          </a:p>
        </p:txBody>
      </p:sp>
      <p:sp>
        <p:nvSpPr>
          <p:cNvPr id="10" name="tick"/>
          <p:cNvSpPr/>
          <p:nvPr/>
        </p:nvSpPr>
        <p:spPr>
          <a:xfrm>
            <a:off x="2542032" y="2450592"/>
            <a:ext cx="164592" cy="164592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2032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42032" y="2990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gate: no cardiologist on duty, ICU full</a:t>
            </a:r>
            <a:endParaRPr lang="en-US" sz="1150" dirty="0"/>
          </a:p>
        </p:txBody>
      </p:sp>
      <p:sp>
        <p:nvSpPr>
          <p:cNvPr id="13" name="tick"/>
          <p:cNvSpPr/>
          <p:nvPr/>
        </p:nvSpPr>
        <p:spPr>
          <a:xfrm>
            <a:off x="4535424" y="2450592"/>
            <a:ext cx="164592" cy="164592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35424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2990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car to a second hospital across the city</a:t>
            </a:r>
            <a:endParaRPr lang="en-US" sz="1150" dirty="0"/>
          </a:p>
        </p:txBody>
      </p:sp>
      <p:sp>
        <p:nvSpPr>
          <p:cNvPr id="16" name="tick"/>
          <p:cNvSpPr/>
          <p:nvPr/>
        </p:nvSpPr>
        <p:spPr>
          <a:xfrm>
            <a:off x="6528816" y="2450592"/>
            <a:ext cx="164592" cy="164592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990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Arrives. The ER was not expecting him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Medreach</a:t>
            </a:r>
            <a:endParaRPr lang="en-US" sz="1500" dirty="0"/>
          </a:p>
        </p:txBody>
      </p:sp>
      <p:sp>
        <p:nvSpPr>
          <p:cNvPr id="20" name="timeline"/>
          <p:cNvSpPr/>
          <p:nvPr/>
        </p:nvSpPr>
        <p:spPr>
          <a:xfrm>
            <a:off x="548640" y="4590288"/>
            <a:ext cx="78638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21" name="tick"/>
          <p:cNvSpPr/>
          <p:nvPr/>
        </p:nvSpPr>
        <p:spPr>
          <a:xfrm>
            <a:off x="548640" y="4507992"/>
            <a:ext cx="164592" cy="1645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says: “Papa ko seene mein dard hai, pasina aa raha hai”</a:t>
            </a:r>
            <a:endParaRPr lang="en-US" sz="1150" dirty="0"/>
          </a:p>
        </p:txBody>
      </p:sp>
      <p:sp>
        <p:nvSpPr>
          <p:cNvPr id="24" name="tick"/>
          <p:cNvSpPr/>
          <p:nvPr/>
        </p:nvSpPr>
        <p:spPr>
          <a:xfrm>
            <a:off x="2542032" y="4507992"/>
            <a:ext cx="164592" cy="1645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42032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542032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possible heart attack, CRITICAL; needs cardiologist + ICU</a:t>
            </a:r>
            <a:endParaRPr lang="en-US" sz="1150" dirty="0"/>
          </a:p>
        </p:txBody>
      </p:sp>
      <p:sp>
        <p:nvSpPr>
          <p:cNvPr id="27" name="tick"/>
          <p:cNvSpPr/>
          <p:nvPr/>
        </p:nvSpPr>
        <p:spPr>
          <a:xfrm>
            <a:off x="4535424" y="4507992"/>
            <a:ext cx="164592" cy="1645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5424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35424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 Hospital accepts and prepares bay Resus-02</a:t>
            </a:r>
            <a:endParaRPr lang="en-US" sz="1150" dirty="0"/>
          </a:p>
        </p:txBody>
      </p:sp>
      <p:sp>
        <p:nvSpPr>
          <p:cNvPr id="30" name="tick"/>
          <p:cNvSpPr/>
          <p:nvPr/>
        </p:nvSpPr>
        <p:spPr>
          <a:xfrm>
            <a:off x="6528816" y="4507992"/>
            <a:ext cx="164592" cy="1645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28816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28816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arrives (ETA 13 min); ER has already read the note</a:t>
            </a:r>
            <a:endParaRPr lang="en-US" sz="1150" dirty="0"/>
          </a:p>
        </p:txBody>
      </p:sp>
      <p:sp>
        <p:nvSpPr>
          <p:cNvPr id="33" name="panel"/>
          <p:cNvSpPr/>
          <p:nvPr/>
        </p:nvSpPr>
        <p:spPr>
          <a:xfrm>
            <a:off x="548640" y="5760720"/>
            <a:ext cx="78638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76072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 instead of two, and a team that is ready on arrival. Times are illustrative; the 13-minute ETA and bay come from our prototype run.</a:t>
            </a:r>
            <a:endParaRPr lang="en-US" sz="1100" dirty="0"/>
          </a:p>
        </p:txBody>
      </p:sp>
      <p:sp>
        <p:nvSpPr>
          <p:cNvPr id="35" name="AI result screen bezel"/>
          <p:cNvSpPr/>
          <p:nvPr/>
        </p:nvSpPr>
        <p:spPr>
          <a:xfrm>
            <a:off x="9180576" y="1362456"/>
            <a:ext cx="2129914" cy="4453128"/>
          </a:xfrm>
          <a:prstGeom prst="roundRect">
            <a:avLst>
              <a:gd name="adj" fmla="val 515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36" name="AI result screen" descr="/tmp/claude-0/-home-user-Sehat-Setu/b06e8423-ed6e-57c3-bbb1-ac94b2a1720d/scratchpad/pdf/img/s/phone-2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417320"/>
            <a:ext cx="2020186" cy="43434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8915400" y="5897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son sees about a minute after speaking.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OVERVIEW OF THE PROBLEM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patients lose the golden hour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1,68,491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died in road accidents in India in 2022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Ministry of Road Transport &amp; Highways, “Road Accidents in India 2022”.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crashes are only one part. Heart attacks, strokes, burns and childbirth emergencies face the same problem: the first hospital reached is often not equipped for that case at that hour, and nobody finds out until the family arrives.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463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463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is not capable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77393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show distance, not whether the cardiologist is on duty, the ICU has a bed or the CT scanner works tonight.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463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1463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live status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177393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figures, where they exist, are old and have no owner or time stamp, so nobody trusts them.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700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670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acceptance before travel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98094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arrive unannounced. Refusal happens at the gate, after the journey.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6700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670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and language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298094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emergency people cannot fill forms. Many would rather speak, and in Hindi.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8770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877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alone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1879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elderly person alone cannot call hospitals, arrange transport and inform family at once.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8770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877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lost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1879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Allergies, history and Ayushman / ABHA details do not reach the ER doctor before the patient.</a:t>
            </a:r>
            <a:endParaRPr lang="en-US" sz="1150" dirty="0"/>
          </a:p>
        </p:txBody>
      </p:sp>
      <p:sp>
        <p:nvSpPr>
          <p:cNvPr id="26" name="rule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303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it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5303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families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trips, refusals, delayed treatment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690872" y="5303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citizens &amp; ASHA workers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distances make a wrong first choice costly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04304" y="5303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ER teams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unannounced critical arrivals, crowding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17736" y="5303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department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picture of emergency capacity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SOLUTION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flow, from the first words to a confirmed bed</a:t>
            </a:r>
            <a:endParaRPr lang="en-US" sz="2800" dirty="0"/>
          </a:p>
        </p:txBody>
      </p:sp>
      <p:sp>
        <p:nvSpPr>
          <p:cNvPr id="4" name="flow line"/>
          <p:cNvSpPr/>
          <p:nvPr/>
        </p:nvSpPr>
        <p:spPr>
          <a:xfrm>
            <a:off x="685800" y="1627632"/>
            <a:ext cx="1088136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text, photo or health card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148132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severity, red flags, needs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148132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2464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on duty, working equipment, bed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294376" y="148132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updated each figure, and when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1481328"/>
            <a:ext cx="292608" cy="292608"/>
          </a:xfrm>
          <a:prstGeom prst="ellipse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officer accepts, assigns a bay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148132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or own vehicle, live map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040112" y="148132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40112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40112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bed, family kept informed</a:t>
            </a:r>
            <a:endParaRPr lang="en-US" sz="1050" dirty="0"/>
          </a:p>
        </p:txBody>
      </p:sp>
      <p:sp>
        <p:nvSpPr>
          <p:cNvPr id="26" name="step screen 1 bezel"/>
          <p:cNvSpPr/>
          <p:nvPr/>
        </p:nvSpPr>
        <p:spPr>
          <a:xfrm>
            <a:off x="630936" y="2871216"/>
            <a:ext cx="1321840" cy="2715768"/>
          </a:xfrm>
          <a:prstGeom prst="roundRect">
            <a:avLst>
              <a:gd name="adj" fmla="val 830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27" name="step screen 1" descr="/tmp/claude-0/-home-user-Sehat-Setu/b06e8423-ed6e-57c3-bbb1-ac94b2a1720d/scratchpad/pdf/img/s/phone-1-st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26080"/>
            <a:ext cx="1212112" cy="260604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94360" y="5641848"/>
            <a:ext cx="153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Tap and speak, or pick a common emergency</a:t>
            </a:r>
            <a:endParaRPr lang="en-US" sz="1050" dirty="0"/>
          </a:p>
        </p:txBody>
      </p:sp>
      <p:sp>
        <p:nvSpPr>
          <p:cNvPr id="29" name="step screen 2 bezel"/>
          <p:cNvSpPr/>
          <p:nvPr/>
        </p:nvSpPr>
        <p:spPr>
          <a:xfrm>
            <a:off x="2505456" y="2871216"/>
            <a:ext cx="1321840" cy="2715768"/>
          </a:xfrm>
          <a:prstGeom prst="roundRect">
            <a:avLst>
              <a:gd name="adj" fmla="val 830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30" name="step screen 2" descr="/tmp/claude-0/-home-user-Sehat-Setu/b06e8423-ed6e-57c3-bbb1-ac94b2a1720d/scratchpad/pdf/img/s/phone-3-hospital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926080"/>
            <a:ext cx="1212112" cy="260604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2468880" y="5641848"/>
            <a:ext cx="153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Only hospitals that can treat this case</a:t>
            </a:r>
            <a:endParaRPr lang="en-US" sz="1050" dirty="0"/>
          </a:p>
        </p:txBody>
      </p:sp>
      <p:sp>
        <p:nvSpPr>
          <p:cNvPr id="32" name="step screen 3 bezel"/>
          <p:cNvSpPr/>
          <p:nvPr/>
        </p:nvSpPr>
        <p:spPr>
          <a:xfrm>
            <a:off x="4379976" y="2871216"/>
            <a:ext cx="1321840" cy="2715768"/>
          </a:xfrm>
          <a:prstGeom prst="roundRect">
            <a:avLst>
              <a:gd name="adj" fmla="val 830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33" name="step screen 3" descr="/tmp/claude-0/-home-user-Sehat-Setu/b06e8423-ed6e-57c3-bbb1-ac94b2a1720d/scratchpad/pdf/img/s/phone-4-scor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926080"/>
            <a:ext cx="1212112" cy="260604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4343400" y="5641848"/>
            <a:ext cx="153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“Why this hospital?” with each score part</a:t>
            </a:r>
            <a:endParaRPr lang="en-US" sz="1050" dirty="0"/>
          </a:p>
        </p:txBody>
      </p:sp>
      <p:sp>
        <p:nvSpPr>
          <p:cNvPr id="35" name="step screen 4 bezel"/>
          <p:cNvSpPr/>
          <p:nvPr/>
        </p:nvSpPr>
        <p:spPr>
          <a:xfrm>
            <a:off x="6254496" y="2871216"/>
            <a:ext cx="1321840" cy="2715768"/>
          </a:xfrm>
          <a:prstGeom prst="roundRect">
            <a:avLst>
              <a:gd name="adj" fmla="val 830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36" name="step screen 4" descr="/tmp/claude-0/-home-user-Sehat-Setu/b06e8423-ed6e-57c3-bbb1-ac94b2a1720d/scratchpad/pdf/img/s/phone-6-navigatio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926080"/>
            <a:ext cx="1212112" cy="260604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217920" y="5641848"/>
            <a:ext cx="153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Ambulance status and navigation</a:t>
            </a:r>
            <a:endParaRPr lang="en-US" sz="1050" dirty="0"/>
          </a:p>
        </p:txBody>
      </p:sp>
      <p:sp>
        <p:nvSpPr>
          <p:cNvPr id="38" name="panel"/>
          <p:cNvSpPr/>
          <p:nvPr/>
        </p:nvSpPr>
        <p:spPr>
          <a:xfrm>
            <a:off x="8229600" y="2834640"/>
            <a:ext cx="3383280" cy="3383280"/>
          </a:xfrm>
          <a:prstGeom prst="rect">
            <a:avLst/>
          </a:prstGeom>
          <a:solidFill>
            <a:srgbClr val="E7F3F1"/>
          </a:solidFill>
          <a:ln w="12700">
            <a:solidFill>
              <a:srgbClr val="E7F3F1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41248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we never break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8412480" y="33832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accepts before anyone travels.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hospitals that can treat the case are offered.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in 60 seconds: the next hospital is asked automatically.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diagnoses; it says “may indicate”.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108 stays on every screen.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TECHNICAL APPROACH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it is built</a:t>
            </a:r>
            <a:endParaRPr lang="en-US" sz="2800" dirty="0"/>
          </a:p>
        </p:txBody>
      </p:sp>
      <p:sp>
        <p:nvSpPr>
          <p:cNvPr id="4" name="Citizen app"/>
          <p:cNvSpPr/>
          <p:nvPr/>
        </p:nvSpPr>
        <p:spPr>
          <a:xfrm>
            <a:off x="548640" y="1463040"/>
            <a:ext cx="1737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voice · photo · OCR · offline</a:t>
            </a:r>
            <a:endParaRPr lang="en-US" sz="1050" dirty="0"/>
          </a:p>
        </p:txBody>
      </p:sp>
      <p:sp>
        <p:nvSpPr>
          <p:cNvPr id="7" name="Family link"/>
          <p:cNvSpPr/>
          <p:nvPr/>
        </p:nvSpPr>
        <p:spPr>
          <a:xfrm>
            <a:off x="2395728" y="1463040"/>
            <a:ext cx="1737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link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1810512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hospital, ETA only</a:t>
            </a:r>
            <a:endParaRPr lang="en-US" sz="1050" dirty="0"/>
          </a:p>
        </p:txBody>
      </p:sp>
      <p:sp>
        <p:nvSpPr>
          <p:cNvPr id="10" name="Hospital desk"/>
          <p:cNvSpPr/>
          <p:nvPr/>
        </p:nvSpPr>
        <p:spPr>
          <a:xfrm>
            <a:off x="4242816" y="1463040"/>
            <a:ext cx="1737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4256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desk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1810512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· beds · live map</a:t>
            </a:r>
            <a:endParaRPr lang="en-US" sz="1050" dirty="0"/>
          </a:p>
        </p:txBody>
      </p:sp>
      <p:sp>
        <p:nvSpPr>
          <p:cNvPr id="13" name="arrow"/>
          <p:cNvSpPr/>
          <p:nvPr/>
        </p:nvSpPr>
        <p:spPr>
          <a:xfrm>
            <a:off x="3264408" y="2359152"/>
            <a:ext cx="0" cy="3657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14" name="Medreach server  (Node.js + Express)"/>
          <p:cNvSpPr/>
          <p:nvPr/>
        </p:nvSpPr>
        <p:spPr>
          <a:xfrm>
            <a:off x="548640" y="2743200"/>
            <a:ext cx="543153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163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 server  (Node.js + Express)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90672"/>
            <a:ext cx="5248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live updates (SSE) · Hospital ID + Staff ID + OTP login with 4 roles · case store · audit log · consent · 24-hour deletion</a:t>
            </a:r>
            <a:endParaRPr lang="en-US" sz="1050" dirty="0"/>
          </a:p>
        </p:txBody>
      </p:sp>
      <p:sp>
        <p:nvSpPr>
          <p:cNvPr id="17" name="arrow"/>
          <p:cNvSpPr/>
          <p:nvPr/>
        </p:nvSpPr>
        <p:spPr>
          <a:xfrm>
            <a:off x="1828800" y="3730752"/>
            <a:ext cx="0" cy="3657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4572000" y="3730752"/>
            <a:ext cx="0" cy="3657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19" name="Shared engines"/>
          <p:cNvSpPr/>
          <p:nvPr/>
        </p:nvSpPr>
        <p:spPr>
          <a:xfrm>
            <a:off x="548640" y="41148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engines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62272"/>
            <a:ext cx="2468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· matching · prediction. Same code runs on the phone, so it works offline.</a:t>
            </a:r>
            <a:endParaRPr lang="en-US" sz="1050" dirty="0"/>
          </a:p>
        </p:txBody>
      </p:sp>
      <p:sp>
        <p:nvSpPr>
          <p:cNvPr id="22" name="Claude (optional)"/>
          <p:cNvSpPr/>
          <p:nvPr/>
        </p:nvSpPr>
        <p:spPr>
          <a:xfrm>
            <a:off x="3328416" y="41148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9856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(optional)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19856" y="4462272"/>
            <a:ext cx="2468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 text and photos, writes the SBAR note. Rules engine is the fallback.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85232"/>
            <a:ext cx="5431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Live-mode integrations: Health Facility Registry · hospital HMIS · 108 control room · ABDM · SMS gateway</a:t>
            </a:r>
            <a:endParaRPr lang="en-US" sz="1050" dirty="0"/>
          </a:p>
        </p:txBody>
      </p:sp>
      <p:graphicFrame>
        <p:nvGraphicFramePr>
          <p:cNvPr id="7" name="technolog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463040"/>
          <a:ext cx="5257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794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Medreach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“papa ko seene mein dard…” into requirements; writes the ER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bots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/ English speech in; acceptance and directions read aloud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of an injury → visible findings that can raise urgency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Ayushman / ABHA cards on the phone; shared only with consent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ETA, chance a bed is still free on arrival, 8-hour ER 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one follow-up question at a time (conscious? breathing?)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Installable PWA, bilingual, works on weak networks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355080" y="48006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· Express 5 · PWA + service worker · Leaflet with OpenStreetMap (no API keys) · Tesseract.js · Web Speech API · Claude SDK · 51 automated tests</a:t>
            </a:r>
            <a:endParaRPr lang="en-US" sz="1100" dirty="0"/>
          </a:p>
        </p:txBody>
      </p:sp>
      <p:sp>
        <p:nvSpPr>
          <p:cNvPr id="28" name="panel"/>
          <p:cNvSpPr/>
          <p:nvPr/>
        </p:nvSpPr>
        <p:spPr>
          <a:xfrm>
            <a:off x="548640" y="5806440"/>
            <a:ext cx="1106424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58064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care (55 pts) + bed free on arrival × data freshness (25) + helpful services (15) + facility level (5).  </a:t>
            </a:r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max(AI, rules); AI never picks the hospital.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IMPLEMENTATION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prototype to a state-wide service</a:t>
            </a:r>
            <a:endParaRPr lang="en-US" sz="2800" dirty="0"/>
          </a:p>
        </p:txBody>
      </p:sp>
      <p:sp>
        <p:nvSpPr>
          <p:cNvPr id="4" name="phase line"/>
          <p:cNvSpPr/>
          <p:nvPr/>
        </p:nvSpPr>
        <p:spPr>
          <a:xfrm>
            <a:off x="630936" y="1600200"/>
            <a:ext cx="0" cy="393192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" name="phase dot"/>
          <p:cNvSpPr/>
          <p:nvPr/>
        </p:nvSpPr>
        <p:spPr>
          <a:xfrm>
            <a:off x="548640" y="1517904"/>
            <a:ext cx="164592" cy="1645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done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7739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portals live, AI triage, matching, acceptance, live maps, privacy controls, 51 tests.</a:t>
            </a:r>
            <a:endParaRPr lang="en-US" sz="1150" dirty="0"/>
          </a:p>
        </p:txBody>
      </p:sp>
      <p:sp>
        <p:nvSpPr>
          <p:cNvPr id="8" name="phase dot"/>
          <p:cNvSpPr/>
          <p:nvPr/>
        </p:nvSpPr>
        <p:spPr>
          <a:xfrm>
            <a:off x="548640" y="254203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05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Bhopal</a:t>
            </a:r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about 3 months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980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group of government and private hospitals, name a nodal officer each, train ER desks, clinical review of triage rules, SMS OTP.</a:t>
            </a:r>
            <a:endParaRPr lang="en-US" sz="1150" dirty="0"/>
          </a:p>
        </p:txBody>
      </p:sp>
      <p:sp>
        <p:nvSpPr>
          <p:cNvPr id="11" name="phase dot"/>
          <p:cNvSpPr/>
          <p:nvPr/>
        </p:nvSpPr>
        <p:spPr>
          <a:xfrm>
            <a:off x="548640" y="3566160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529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about 3–6 months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221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Facility Registry, hospital HMIS feeds, 108 control room hand-off, ABDM records, encrypted database.</a:t>
            </a:r>
            <a:endParaRPr lang="en-US" sz="1150" dirty="0"/>
          </a:p>
        </p:txBody>
      </p:sp>
      <p:sp>
        <p:nvSpPr>
          <p:cNvPr id="14" name="phase dot"/>
          <p:cNvSpPr/>
          <p:nvPr/>
        </p:nvSpPr>
        <p:spPr>
          <a:xfrm>
            <a:off x="548640" y="4590288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MP</a:t>
            </a:r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about 6–12 months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46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District-by-district rollout, state command view, IVR / missed-call option for feature phones.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 are planning estimates and depend on hospital onboarding and approvals.</a:t>
            </a:r>
            <a:endParaRPr lang="en-US" sz="1000" dirty="0"/>
          </a:p>
        </p:txBody>
      </p:sp>
      <p:sp>
        <p:nvSpPr>
          <p:cNvPr id="18" name="bed management frame"/>
          <p:cNvSpPr/>
          <p:nvPr/>
        </p:nvSpPr>
        <p:spPr>
          <a:xfrm>
            <a:off x="6016752" y="1444752"/>
            <a:ext cx="5614416" cy="236829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pic>
        <p:nvPicPr>
          <p:cNvPr id="19" name="bed management" descr="/tmp/claude-0/-home-user-Sehat-Setu/b06e8423-ed6e-57c3-bbb1-ac94b2a1720d/scratchpad/ppt/crops/be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463040"/>
            <a:ext cx="5577840" cy="23317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035040" y="38496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hospital keeps current: beds, ventilators, ER status. One click re-confirms the figures.</a:t>
            </a:r>
            <a:endParaRPr lang="en-US" sz="1050" dirty="0"/>
          </a:p>
        </p:txBody>
      </p:sp>
      <p:graphicFrame>
        <p:nvGraphicFramePr>
          <p:cNvPr id="8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4251960"/>
          <a:ext cx="55778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794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handle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Hospitals stop updating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figure shows its age; stale data is ranked lower; one-click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misreads a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 only raise urgency; a deterministic engine decides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hospital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60 s the next suitable hospital is asked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or no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and matching run on the phone from saved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INNOVATION AND DIFFERENTIATION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existing tools do not do</a:t>
            </a:r>
            <a:endParaRPr lang="en-US" sz="28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309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68680"/>
                <a:gridCol w="914400"/>
                <a:gridCol w="86868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portals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a spoken emergency in Hindi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specialist and equipment, not just beds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who updated each figure, and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figure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accepts before the family travels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with bay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to the next hospital automatically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60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a pre-arrival note to the ER 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SBAR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a person who is 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“I’m alone”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keep three things separate on every screen: what a hospital reported, whether it accepted, and the confirmed destination. A family never mistakes “2 ICU beds” for “admitted”.</a:t>
            </a:r>
            <a:endParaRPr lang="en-US" sz="1200" dirty="0"/>
          </a:p>
        </p:txBody>
      </p:sp>
      <p:sp>
        <p:nvSpPr>
          <p:cNvPr id="6" name="referral with SBAR note frame"/>
          <p:cNvSpPr/>
          <p:nvPr/>
        </p:nvSpPr>
        <p:spPr>
          <a:xfrm>
            <a:off x="7296912" y="1444752"/>
            <a:ext cx="4334256" cy="12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pic>
        <p:nvPicPr>
          <p:cNvPr id="7" name="referral with SBAR note" descr="/tmp/claude-0/-home-user-Sehat-Setu/b06e8423-ed6e-57c3-bbb1-ac94b2a1720d/scratchpad/ppt/crops/sb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297680" cy="1257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67728" y="1991148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967728" y="2519256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8301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SBAR note, built from what the son said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officer assigns a bay and accepts in one tap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178040" y="3291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hospital’s status change to reach citizens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3977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hospital is asked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4663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0" y="4663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 for maps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178040" y="54406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set a hospital’s ER to “Diverting” and it disappears from every family’s list immediately.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IMPACT AND BENEFITS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Who gains, and how we will measure it</a:t>
            </a:r>
            <a:endParaRPr lang="en-US" sz="2800" dirty="0"/>
          </a:p>
        </p:txBody>
      </p:sp>
      <p:graphicFrame>
        <p:nvGraphicFramePr>
          <p:cNvPr id="10" name="impac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029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care the first time; equal access for rural, elderly and Hindi-speaking citizens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repeat trips or wasted visits; better use of ICU beds and specialists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audited view of emergency capacity for planning beds and ambulances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first-aid steps, clear “not a diagnosis” messaging, awareness of Ayushman, ABHA, 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button, voice, two languages, clear status and a family tracking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surprise arrivals, less ER crowding, fewer transfers between hospitals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348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pilot will measure</a:t>
            </a:r>
            <a:endParaRPr lang="en-US" sz="1350" dirty="0"/>
          </a:p>
        </p:txBody>
      </p:sp>
      <p:graphicFrame>
        <p:nvGraphicFramePr>
          <p:cNvPr id="19" name="k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6492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63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get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definitive 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first request to the treating hospital, from case timestamps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 avoided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 who needed a second hospital, before vs during the pilot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referral sent to “accepted” in the audit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I am alone screen bezel"/>
          <p:cNvSpPr/>
          <p:nvPr/>
        </p:nvSpPr>
        <p:spPr>
          <a:xfrm>
            <a:off x="7443216" y="1453896"/>
            <a:ext cx="1917263" cy="3995928"/>
          </a:xfrm>
          <a:prstGeom prst="roundRect">
            <a:avLst>
              <a:gd name="adj" fmla="val 5723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 am alone screen" descr="/tmp/claude-0/-home-user-Sehat-Setu/b06e8423-ed6e-57c3-bbb1-ac94b2a1720d/scratchpad/pdf/img/s/phone-8-al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508760"/>
            <a:ext cx="1807535" cy="3886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406640" y="5532120"/>
            <a:ext cx="199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alone”: one tap shares location, alerts a contact, books the hospital and an ambulance.</a:t>
            </a:r>
            <a:endParaRPr lang="en-US" sz="1050" dirty="0"/>
          </a:p>
        </p:txBody>
      </p:sp>
      <p:sp>
        <p:nvSpPr>
          <p:cNvPr id="10" name="family link screen bezel"/>
          <p:cNvSpPr/>
          <p:nvPr/>
        </p:nvSpPr>
        <p:spPr>
          <a:xfrm>
            <a:off x="9637776" y="1453896"/>
            <a:ext cx="1917263" cy="3995928"/>
          </a:xfrm>
          <a:prstGeom prst="roundRect">
            <a:avLst>
              <a:gd name="adj" fmla="val 5723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1" name="family link screen" descr="/tmp/claude-0/-home-user-Sehat-Setu/b06e8423-ed6e-57c3-bbb1-ac94b2a1720d/scratchpad/pdf/img/s/phone-7-fami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508760"/>
            <a:ext cx="1807535" cy="3886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0" y="5532120"/>
            <a:ext cx="199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link: status, hospital and ETA. No medical details.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WHY MEDREACH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Medreach should be selected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869680" y="658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graphicFrame>
        <p:nvGraphicFramePr>
          <p:cNvPr id="11" name="reas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you can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solves a real, life-or-death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Families in MP lose the golden hour at the wrong hospital; Medreach confirms a bed before travel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already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portals are live at medreach-wtne.onrender.com; the whole flow takes about 3 minutes to 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 technologies are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one is in working code, listed file by file in our repository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is safe and explainable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 only raise urgency; a tested engine decides and shows why; 108 is always on 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is built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before sharing, masked IDs, staff OTP and roles, audit log, deletion 24 h after hand-over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can scale cheaply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stack, free maps, one web app for all phones; clear path to HFR, HMIS, 108 and ABDM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nel"/>
          <p:cNvSpPr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solidFill>
            <a:srgbClr val="E7F3F1"/>
          </a:solidFill>
          <a:ln w="12700">
            <a:solidFill>
              <a:srgbClr val="E7F3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8920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3-month pilot with a group of Bhopal hospitals, followed by integration with the Health Facility Registry, hospital HMIS, the 108 control room and ABDM for a state-wide rollout.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</a:t>
            </a:r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medreach-wtne.onrender.com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Code: </a:t>
            </a:r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github.com/prakharporwal518-collab/Medreach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Hospital demo login: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 Hospital · BANSAL-ED01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reach Editorial">
  <a:themeElements>
    <a:clrScheme name="Medreach Editorial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0F766E"/>
      </a:accent1>
      <a:accent2>
        <a:srgbClr val="B91C1C"/>
      </a:accent2>
      <a:accent3>
        <a:srgbClr val="1D4ED8"/>
      </a:accent3>
      <a:accent4>
        <a:srgbClr val="B45309"/>
      </a:accent4>
      <a:accent5>
        <a:srgbClr val="6D28D9"/>
      </a:accent5>
      <a:accent6>
        <a:srgbClr val="15803D"/>
      </a:accent6>
      <a:hlink>
        <a:srgbClr val="0F766E"/>
      </a:hlink>
      <a:folHlink>
        <a:srgbClr val="6D28D9"/>
      </a:folHlink>
    </a:clrScheme>
    <a:fontScheme name="Medreach Edito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Medreach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Medreach</dc:title>
  <dc:subject>PptxGenJS Presentation</dc:subject>
  <dc:creator>Team Medreach</dc:creator>
  <cp:lastModifiedBy>Team Medreach</cp:lastModifiedBy>
  <cp:revision>1</cp:revision>
  <dcterms:created xsi:type="dcterms:W3CDTF">2026-10-07T14:17:41Z</dcterms:created>
  <dcterms:modified xsi:type="dcterms:W3CDTF">2026-10-07T14:17:41Z</dcterms:modified>
</cp:coreProperties>
</file>